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</p:sldIdLst>
  <p:sldSz cx="9144000" cy="5143500" type="screen16x9"/>
  <p:notesSz cx="5143500" cy="9144000"/>
  <p:embeddedFontLst>
    <p:embeddedFont>
      <p:font typeface="Merriweather" panose="00000500000000000000" pitchFamily="2" charset="0"/>
      <p:regular r:id="rId10"/>
      <p:bold r:id="rId11"/>
      <p:italic r:id="rId1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061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1372121"/>
            <a:ext cx="4635252" cy="96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Especificação de Requisitos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9874" y="2567583"/>
            <a:ext cx="4635252" cy="740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Engenharia de Software — Como transformar ideias de funcionalidades em documentação técnica clara e pronta para o desenvolvimento.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39874" y="3481388"/>
            <a:ext cx="1057275" cy="289917"/>
          </a:xfrm>
          <a:prstGeom prst="roundRect">
            <a:avLst>
              <a:gd name="adj" fmla="val 17879"/>
            </a:avLst>
          </a:prstGeom>
          <a:solidFill>
            <a:srgbClr val="001D4D"/>
          </a:solidFill>
          <a:ln/>
        </p:spPr>
      </p:sp>
      <p:sp>
        <p:nvSpPr>
          <p:cNvPr id="6" name="Text 3"/>
          <p:cNvSpPr/>
          <p:nvPr/>
        </p:nvSpPr>
        <p:spPr>
          <a:xfrm>
            <a:off x="632371" y="3527599"/>
            <a:ext cx="872282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AULA DE HOJE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972" y="382339"/>
            <a:ext cx="5708303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que é Especificação de Requisitos?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72" y="1095598"/>
            <a:ext cx="3946327" cy="22362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8464" y="2016472"/>
            <a:ext cx="3946327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É o processo de </a:t>
            </a:r>
            <a:r>
              <a:rPr lang="en-US" sz="10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documentar detalhadamente</a:t>
            </a: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o que o sistema deve fazer e quais características deve possuir.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3680" y="3592190"/>
            <a:ext cx="198834" cy="1988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4755" y="3588097"/>
            <a:ext cx="2209428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Orientar o desenvolvimento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94755" y="3863504"/>
            <a:ext cx="3606031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equipe sabe exatamente o que construir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2848" y="3592190"/>
            <a:ext cx="198834" cy="1988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73923" y="3588097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Evitar ambiguidades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5073923" y="3863504"/>
            <a:ext cx="3606105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Cada requisito tem apenas uma interpretação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3680" y="4292650"/>
            <a:ext cx="198834" cy="1988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4755" y="4288557"/>
            <a:ext cx="1872704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Alinhar cliente e equipe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894755" y="4563963"/>
            <a:ext cx="3606031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Todos falam a mesma linguagem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2848" y="4292650"/>
            <a:ext cx="198834" cy="19883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73923" y="4288557"/>
            <a:ext cx="2305571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Facilitar testes e manutenção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5073923" y="4563963"/>
            <a:ext cx="3606105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Base para validar se o sistema funciona corretamente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19795"/>
            <a:ext cx="4938043" cy="48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Requisito vs. Especificação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9874" y="1410370"/>
            <a:ext cx="8064252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Veja como um requisito de alto nível evolui para uma especificação técnica completa: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8774" y="1830660"/>
            <a:ext cx="3644057" cy="2693045"/>
          </a:xfrm>
          <a:prstGeom prst="roundRect">
            <a:avLst>
              <a:gd name="adj" fmla="val 4124"/>
            </a:avLst>
          </a:prstGeom>
          <a:solidFill>
            <a:srgbClr val="609DFF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83034" y="1984921"/>
            <a:ext cx="2867248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Requisito Funcional (alto nível)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4388" y="2399407"/>
            <a:ext cx="3104183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"O sistema deve permitir o cadastro de usuários."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3034" y="2399407"/>
            <a:ext cx="19050" cy="493514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8" name="Text 6"/>
          <p:cNvSpPr/>
          <p:nvPr/>
        </p:nvSpPr>
        <p:spPr>
          <a:xfrm>
            <a:off x="583034" y="3066455"/>
            <a:ext cx="3335536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Simples, mas vago. Não orienta o desenvolvimento.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42879" y="1984921"/>
            <a:ext cx="3011760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RF01 — Especificação Detalhada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42879" y="2380134"/>
            <a:ext cx="4265935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Campos: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nome completo, e-mail, senha, tipo de usuário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2879" y="2765673"/>
            <a:ext cx="4265935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Regras de negócio: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2879" y="3151212"/>
            <a:ext cx="4265935" cy="848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E-mail não pode ser repetido</a:t>
            </a:r>
            <a:endParaRPr lang="en-US" sz="12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Senha mínima de 8 caracteres</a:t>
            </a:r>
            <a:endParaRPr lang="en-US" sz="12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Todos os campos são obrigatórios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42879" y="4138166"/>
            <a:ext cx="4265935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Prioridade: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Alta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164" y="414784"/>
            <a:ext cx="5532834" cy="451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Modelo Padrão de Especificação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6164" y="1137865"/>
            <a:ext cx="8131671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Toda especificação de requisito funcional segue uma estrutura padronizada: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6164" y="1514549"/>
            <a:ext cx="8131671" cy="3214092"/>
          </a:xfrm>
          <a:prstGeom prst="roundRect">
            <a:avLst>
              <a:gd name="adj" fmla="val 189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5588" y="1605409"/>
            <a:ext cx="1332830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Identificador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2354" y="1605409"/>
            <a:ext cx="620613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Código único do requisito (ex: RF01, RNF02)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5588" y="2006575"/>
            <a:ext cx="1332830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2354" y="2006575"/>
            <a:ext cx="620613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Título curto e descritivo do requisito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5588" y="2407741"/>
            <a:ext cx="1332830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Descrição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2354" y="2407741"/>
            <a:ext cx="620613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que o sistema deverá fazer de forma clara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5588" y="2808908"/>
            <a:ext cx="1332830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Entradas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2354" y="2808908"/>
            <a:ext cx="620613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Dados fornecidos pelo usuário ou pelo sistema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588" y="3210074"/>
            <a:ext cx="1332830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Processamento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2354" y="3210074"/>
            <a:ext cx="620613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que o sistema executa internamente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5588" y="3611240"/>
            <a:ext cx="1332830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Saídas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2354" y="3611240"/>
            <a:ext cx="620613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Resultado ou resposta esperada após o processamento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5588" y="4012406"/>
            <a:ext cx="1332830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Regras de Negócio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2354" y="4012406"/>
            <a:ext cx="620613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Validações, restrições e condições obrigatórias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5588" y="4413572"/>
            <a:ext cx="1332830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Prioridade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2354" y="4413572"/>
            <a:ext cx="620613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Alta / Média / Baixa — impacto no projeto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380" y="599777"/>
            <a:ext cx="8081442" cy="4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Exemplo Completo: RF01 — Abertura de Chamado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380" y="1257746"/>
            <a:ext cx="8199239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Caso prático: sistema de suporte técnico escolar onde professores registram problemas de TI.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2380" y="1593056"/>
            <a:ext cx="4040535" cy="1523405"/>
          </a:xfrm>
          <a:prstGeom prst="roundRect">
            <a:avLst>
              <a:gd name="adj" fmla="val 3722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6343" y="1747019"/>
            <a:ext cx="1687264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📥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Entradas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43" y="2028676"/>
            <a:ext cx="3732609" cy="93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Local do problema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Tipo do problema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Descrição detalhada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Equipamento afetado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31010" y="1593056"/>
            <a:ext cx="4040609" cy="1523405"/>
          </a:xfrm>
          <a:prstGeom prst="roundRect">
            <a:avLst>
              <a:gd name="adj" fmla="val 3722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84973" y="1747019"/>
            <a:ext cx="1687264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⚙️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Processamento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84973" y="2028676"/>
            <a:ext cx="3732684" cy="6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Registrar o chamado no sistema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Gerar número de protocolo único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Enviar notificação automática ao TI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2380" y="3234556"/>
            <a:ext cx="4040535" cy="1309167"/>
          </a:xfrm>
          <a:prstGeom prst="roundRect">
            <a:avLst>
              <a:gd name="adj" fmla="val 4331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43" y="3388519"/>
            <a:ext cx="1687264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📤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Saídas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43" y="3670176"/>
            <a:ext cx="3732609" cy="44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Mensagem de sucesso ao professor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Número do chamado gerado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31010" y="3234556"/>
            <a:ext cx="4040609" cy="1309167"/>
          </a:xfrm>
          <a:prstGeom prst="roundRect">
            <a:avLst>
              <a:gd name="adj" fmla="val 4331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4973" y="3388519"/>
            <a:ext cx="1687264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📋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Regras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84973" y="3670176"/>
            <a:ext cx="3732684" cy="44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Descrição é obrigatória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Status inicial: </a:t>
            </a:r>
            <a:r>
              <a:rPr lang="en-US" sz="10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"Aberto"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84973" y="4187279"/>
            <a:ext cx="3732684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Prioridade: Alta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581099"/>
            <a:ext cx="8064252" cy="96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Requisitos Não Funcionais Também São Especificados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9874" y="1930822"/>
            <a:ext cx="1928366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que são RNFs?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39874" y="2326035"/>
            <a:ext cx="3843933" cy="740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Requisitos Não Funcionais definem </a:t>
            </a: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como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o sistema se comporta, não </a:t>
            </a: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que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ele faz. Também exigem detalhamento técnico rigoroso.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9874" y="3239839"/>
            <a:ext cx="3843933" cy="1148953"/>
          </a:xfrm>
          <a:prstGeom prst="roundRect">
            <a:avLst>
              <a:gd name="adj" fmla="val 5639"/>
            </a:avLst>
          </a:prstGeom>
          <a:solidFill>
            <a:srgbClr val="02234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34" y="3473872"/>
            <a:ext cx="192807" cy="1542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1202" y="3432646"/>
            <a:ext cx="3188345" cy="740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Exemplos de categorias: Segurança, Desempenho, Usabilidade, Disponibilidade, Escalabilidade.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64956" y="1930822"/>
            <a:ext cx="1928366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RNF01 — Segurança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64956" y="2326035"/>
            <a:ext cx="3843933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sistema deverá exigir autenticação por login e senha.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64956" y="2958331"/>
            <a:ext cx="3843933" cy="848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Senha armazenada com </a:t>
            </a: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criptografia</a:t>
            </a:r>
            <a:endParaRPr lang="en-US" sz="12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Sessão expira após </a:t>
            </a: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15 minutos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de inatividade</a:t>
            </a:r>
            <a:endParaRPr lang="en-US" sz="12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Conta bloqueada após </a:t>
            </a: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 tentativas inválidas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56" y="435694"/>
            <a:ext cx="8079135" cy="467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Fluxo Completo: Do Requisito à Especificação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318" y="1192262"/>
            <a:ext cx="6297290" cy="288205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5906" y="1911834"/>
            <a:ext cx="404886" cy="40488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45178" y="3389921"/>
            <a:ext cx="1182267" cy="227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Validar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3644" y="1912594"/>
            <a:ext cx="404886" cy="40488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5198" y="3389921"/>
            <a:ext cx="1182266" cy="227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Detalhar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41762" y="1912594"/>
            <a:ext cx="404886" cy="40488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273316" y="3389921"/>
            <a:ext cx="1182266" cy="227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Escrever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51782" y="1912594"/>
            <a:ext cx="404886" cy="40488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759043" y="3389921"/>
            <a:ext cx="1182267" cy="227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Identificar</a:t>
            </a:r>
            <a:endParaRPr lang="en-US" sz="1400" dirty="0"/>
          </a:p>
        </p:txBody>
      </p:sp>
      <p:sp>
        <p:nvSpPr>
          <p:cNvPr id="12" name="Text 5"/>
          <p:cNvSpPr/>
          <p:nvPr/>
        </p:nvSpPr>
        <p:spPr>
          <a:xfrm>
            <a:off x="523056" y="4237137"/>
            <a:ext cx="8097887" cy="470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Seguir este fluxo garante que nenhuma informação importante seja perdida entre a ideia inicial e a implementação final pelo time de desenvolvimento.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451</Words>
  <Application>Microsoft Office PowerPoint</Application>
  <PresentationFormat>Apresentação na tela (16:9)</PresentationFormat>
  <Paragraphs>83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Merriweather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CRISTINA DOS SANTOS CO</cp:lastModifiedBy>
  <cp:revision>2</cp:revision>
  <dcterms:created xsi:type="dcterms:W3CDTF">2026-05-08T20:44:14Z</dcterms:created>
  <dcterms:modified xsi:type="dcterms:W3CDTF">2026-05-08T20:56:04Z</dcterms:modified>
</cp:coreProperties>
</file>